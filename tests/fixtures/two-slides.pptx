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D5947"/>
                </a:solidFill>
              </a:rPr>
              <a:t>PageMate import test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Encoding - Storage - Retrieval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Second slide: spaced repetition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PageMate test</dc:creator>
  <cp:lastModifiedBy>PageMate test</cp:lastModifiedBy>
  <cp:revision>1</cp:revision>
  <dcterms:created xsi:type="dcterms:W3CDTF">2026-10-19T05:35:49Z</dcterms:created>
  <dcterms:modified xsi:type="dcterms:W3CDTF">2026-10-19T05:35:49Z</dcterms:modified>
</cp:coreProperties>
</file>